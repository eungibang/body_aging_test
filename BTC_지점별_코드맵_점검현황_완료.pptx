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점검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점검 데이터 정밀 분석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지점별 코드맵 점검 통계 보고서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Malgun Gothic"/>
              </a:defRPr>
            </a:pPr>
            <a:r>
              <a:t>중복 제외 실제 점검 인원 기준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분석 대상: 24개 지역 / 139개 지점 (총 7,981건 점검 / 고유 사용자 7,505명)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23.  |  데이터 소스: BTC 중앙관리서버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OVERALL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코드맵 점검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📊 누적 점검 통계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고유 인원수</a:t>
            </a:r>
          </a:p>
          <a:p>
            <a:pPr>
              <a:spcAft>
                <a:spcPts val="1200"/>
              </a:spcAft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7,505 명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7,981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476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비율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6.0%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📍 점검 지점 분포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활성화 지역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22 개 지역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설치 지점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130 개 지점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지점 평균 점검수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57.7 명 / 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🏆 최다 점검 지점 TOP 5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1위.  둔촌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서울강남1  |  점검인원: 1029명 (총 1125건)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2위.  공덕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서울강북1  |  점검인원: 188명 (총 209건)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3위.  범어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대구  |  점검인원: 168명 (총 168건)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4위.  평택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151명 (총 160건)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5위.  충무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충남  |  점검인원: 142명 (총 149건)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REGIONAL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지역별 코드맵 점검 현황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1,217건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1,118명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590건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549명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549건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519건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469명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469건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441명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384명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397건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358건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334건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343건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320명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320건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302명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310건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291명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268건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267명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256명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278건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244명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184명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169명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151명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서울 및 경기 북부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서울강북1 (469명)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공덕: 188명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광화문: 110명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왕십리: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연신내: 59명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홍제: 52명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서울강북2 (441명)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상계(96명)         • 구리(65명)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구의(65명)         • 창동(63명)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수유(42명)         • 성북(31명)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의정부(28명)        • 미지정 지점(24명)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마들(20명)         • 공릉(7명)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서울강남1 (1118명)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1029명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잠실: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강남: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상계: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서초: 4명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서울강남2 (256명)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신도림: 114명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양천구: 52명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이수: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여의도: 32명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강서: 15명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경기 남부 및 인천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경기북부 (291명)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화정: 140명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김포: 58명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일산: 52명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마두: 23명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파주: 18명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경기남부1 (384명)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안양1번가: 122명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과천: 77명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산본: 77명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평촌: 76명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고잔: 32명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경기남부2 (320명)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수지: 90명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서현: 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57명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미금: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야탑: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이천: 10명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경기남부3 (376명)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평택: 151명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천천동: 135명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동탄: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오산: 19명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영통: 18명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인천 (176명)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주안(49명)         • 상동(39명)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논현(34명)         • 부평(25명)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검단(11명)         • 미지정 지점(11명)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송도(7명)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강원, 대전 및 충청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강원 (328명)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춘천: 126명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강릉: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원주: 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동해: 31명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대전 (169명)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송촌: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서대전: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월평: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둔산: 34명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충북 (125명)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율량: 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제천: 29명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가경: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금천: 18명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충남 (355명)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충무: 142명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세종아름: 112명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불당: 47명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서산: 28명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아산: 26명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호남 및 대구·경북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광주전남 (350명)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첨단: 121명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순천: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여수: 67명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진월: 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동광주: 33명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서구: 5명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전북 (184명)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효자: 59명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인후: 50명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정읍: 30명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익산: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군산: 21명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대구 (267명)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범어: 168명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시지: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월배: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침산: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수성: 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방촌: 1명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경북 (525명)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안동(127명)        • 구미(78명)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두호(76명)         • 상주(74명)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경산(46명)         • 대이(45명)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경주(36명)         • 김천(26명)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문경(15명)         • 영주(2명)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부산·울산·경남 및 기타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경남 (302명)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창원(57명)         • 마산(50명)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내외(47명)         • 거제(46명)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명곡(38명)         • 진주(37명)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진해(27명)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울산 (151명)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북구: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울산: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대송: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중구: 27명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부산 (549명)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대연(91명)         • 양정(83명)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하단(75명)         • 사직(70명)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다대(61명)         • 금정(46명)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온천장(42명)        • 양산(31명)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영도(22명)         • 기장(16명)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동래(12명)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제주 (244명)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서귀포: 111명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일도: 71명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노형: 62명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단무도 (125명)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단무도부천(33명)      • 단무도부산(23명)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단무도일산(20명)      • 단무도평촌(17명)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단무도대구(14명)      • 단무도서울(9명)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단무도창원(9명)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