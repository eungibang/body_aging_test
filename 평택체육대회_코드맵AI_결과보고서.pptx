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37744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CODEMAP AI  HEALTH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평택 체육대회 3Body 7Code 건강 점검 결과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Malgun Gothic"/>
              </a:defRPr>
            </a:pPr>
            <a:r>
              <a:t>AI 기반 신체 . 뇌 . 마음 통합 건강 분석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일자     2026년 6월 27일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인원     99명 (남성 35명 / 여성 64명)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대상 기관     평택 체육대회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algun Gothic"/>
              </a:defRPr>
            </a:pPr>
            <a:r>
              <a:t>점검 방식     코드맵AI 3Body 7Code (LITE 버전)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BTC 3Body Lab  |  CODEMAP AI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점검 개요 및 참여자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총 점검 인원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99명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292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남성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35명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1938528"/>
            <a:ext cx="1792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35.4%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64명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938528"/>
            <a:ext cx="1792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64.6%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371600"/>
            <a:ext cx="2011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444752"/>
            <a:ext cx="1792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평균 나이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27632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52.8세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37160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444752"/>
            <a:ext cx="21579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점검일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6276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2026.06.27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938528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평택 체육대회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2560320"/>
          <a:ext cx="111556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70대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10.1%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48640" y="3840480"/>
            <a:ext cx="11155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코드맵AI 3Body 7Code 점검 시스템은 AI 기반으로 신체(Body), 뇌(Brain), 마음(Mind)의 3가지 영역을 실시간으로 측정하여 개인별 건강 프로파일을 생성하는 통합 건강관리 솔루션입니다.</a:t>
            </a:r>
            <a:br/>
            <a:br/>
            <a:r>
              <a:t>- 신체(Body) 분석: TensorFlow.js 기반 실시간 자세 스캔 + AI 체형 정렬 분석</a:t>
            </a:r>
            <a:br/>
            <a:r>
              <a:t>- 뇌(Brain) 분석: 시각 반응 속도, 패턴 인지, 기억력 테스트 기반 인지 기능 측정</a:t>
            </a:r>
            <a:br/>
            <a:r>
              <a:t>- 마음(Mind) 분석: 설문 + 생체 반응 융합 분석을 통한 정서적 건강 상태 추정</a:t>
            </a:r>
            <a:br/>
            <a:r>
              <a:t>- 7Code 에너지: 7가지 에너지 코드로 전신 웰니스 상태를 코드화</a:t>
            </a:r>
            <a:br/>
            <a:br/>
            <a:r>
              <a:t>본 보고서는 평택 체육대회 소속 99명의 전체 데이터를 Firebase 서버에서 직접 추출하여 분석하고, 전국 3,267명의 평균 데이터와 비교합니다.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3BODY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3Body 통합 건강 점수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신체 (Body)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68.1점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70.5점 (-2.4)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뇌 (Brain)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74.9점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77.3점 (-2.4)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444752"/>
            <a:ext cx="3255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마음 (Mind)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162763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56.0점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38528"/>
            <a:ext cx="3255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전국 58.6점 (-2.6)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7432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 (Body)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 (Brain)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 (Mind)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평택 체육대회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56.0점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72.1점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73.1점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57.3점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75.9점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55.3점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2743200"/>
          <a:ext cx="53035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평택 체육대회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68.1점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74.9점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56.0점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전국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70.5점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77.3점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58.6점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754880"/>
          <a:ext cx="11155680" cy="290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연령대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10대이하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73.0점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55.0점</a:t>
                      </a:r>
                    </a:p>
                  </a:txBody>
                  <a:tcPr/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57.5점</a:t>
                      </a:r>
                    </a:p>
                  </a:txBody>
                  <a:tcPr/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71.5점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72.0점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55.3점</a:t>
                      </a:r>
                    </a:p>
                  </a:txBody>
                  <a:tcPr/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72.5점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57.4점</a:t>
                      </a:r>
                    </a:p>
                  </a:txBody>
                  <a:tcPr/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78.3점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56.8점</a:t>
                      </a:r>
                    </a:p>
                  </a:txBody>
                  <a:tcPr/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65.2점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79.3점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55.3점</a:t>
                      </a:r>
                    </a:p>
                  </a:txBody>
                  <a:tcPr/>
                </a:tc>
              </a:tr>
              <a:tr h="32308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66.8점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53.8점</a:t>
                      </a:r>
                    </a:p>
                  </a:txBody>
                  <a:tcPr/>
                </a:tc>
              </a:tr>
              <a:tr h="32309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80대이상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60.0점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55.0점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WELLNESS 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건강나이 (웰니스 에이지)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실제 나이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52.8세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신체 나이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algun Gothic"/>
              </a:defRPr>
            </a:pPr>
            <a:r>
              <a:t>55.0세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+2.2세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뇌 나이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52.1세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-0.7세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마음 나이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26D3"/>
                </a:solidFill>
                <a:latin typeface="Malgun Gothic"/>
              </a:defRPr>
            </a:pPr>
            <a:r>
              <a:t>61.7세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938528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Malgun Gothic"/>
              </a:defRPr>
            </a:pPr>
            <a:r>
              <a:t>실제 대비 +8.9세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종합 나이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46E5"/>
                </a:solidFill>
                <a:latin typeface="Malgun Gothic"/>
              </a:defRPr>
            </a:pPr>
            <a:r>
              <a:t>54.5세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137160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9568" y="1444752"/>
            <a:ext cx="1517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Malgun Gothic"/>
              </a:defRPr>
            </a:pPr>
            <a:r>
              <a:t>종합 점수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9568" y="1627632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algun Gothic"/>
              </a:defRPr>
            </a:pPr>
            <a:r>
              <a:t>69.5점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2468880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실제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신체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뇌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마음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 나이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종합 점수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52.5세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52.6세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53.3세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69.7점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53.5세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56.4세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51.9세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62.8세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55.1세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69.4점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48640" y="384048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77639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핵심 인사이트:  실제 나이 52.8세 대비, 신체 나이 +2.2세, 뇌 나이 -0.7세, 마음 나이 +8.9세. 마음 나이가 가장 빠르게 노화되고 있어 스트레스 관리와 이완 훈련이 시급합니다.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ENERGY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7Code 에너지 웰니스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C1 기초에너지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C2 감정흐름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C3 추진력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C4 정서안정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C5 소통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C6 집중통찰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C7 삶의방향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평택 체육대회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55.6점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63.3점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62.5점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70.1점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전국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61.1점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61.0점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65.0점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63.0점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62.7점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68.6점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+1.5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최취약 코드 TOP 3 (개인별 최하위 점수 코드로 분류)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추진력 (감정 균형)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33명 (33.3%)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정서 안정 (활력 충전)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21명 (21.2%)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49039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794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Malgun Gothic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집중·통찰 (통찰 &amp; 지혜)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16명 (16.2%)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전국 평균: 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155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핵심 인사이트:  평택 체육대회의 33.3%가 코드3(추진력 (감정 균형)) 영역에서 가장 취약합니다. 이는 전국 평균(0%) 대비 높은 수치이며, 해당 영역의 집중 관리가 필요합니다.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POSTURE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신체 자세 정렬 상태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556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64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자세 측정 지표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Good (정상)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Fair (주의)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Poor (위험)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표본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99명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99명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99명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99명</a:t>
                      </a:r>
                    </a:p>
                  </a:txBody>
                  <a:tcPr/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F4444"/>
                          </a:solidFill>
                          <a:latin typeface="Malgun Gothic"/>
                        </a:defRPr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99명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29768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평택 체육대회 Poor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전국 Poor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거북목 (FHP) 및 경추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-2.2%p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어깨 / 골반 좌우 대칭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-1.9%p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측면 척추 정렬 (흉추/요추)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-8.5%p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하체 기저면 (무릎/다리/발목)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-2.0%p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귀-어깨-고관절-무릎 수직선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-6.2%p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종합 인사이트 및 건강 관리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" cy="100584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마음 나이가 실제보다 8.9세 높습니다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평균 실제 나이 52.8세 대비 마음 나이 +8.9세로, 해당 영역의 노화가 가장 빠릅니다.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3716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코드3(추진력 (감정 균형)) 33.3%가 최취약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99명 중 33명이 해당 영역에서 최하위 점수를 기록했습니다. 전국 평균(0%) 대비 높은 수치입니다.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뇌 나이 양호, 관련 역량 우수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뇌 나이 -0.7세로, 해당 영역의 건강 상태가 양호합니다.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111556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00600"/>
            <a:ext cx="13716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정기 점검 및 조직 건강 프로그램 도입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Malgun Gothic"/>
              </a:defRPr>
            </a:pPr>
            <a:r>
              <a:t>6개월 간격의 코드맵AI 정기 점검으로 건강 변화를 추적하고, 조직 차원의 이완 훈련, 점심 스트레칭, 뇌 활성화 훈련 도입을 제안합니다.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algun Gothic"/>
              </a:defRPr>
            </a:pPr>
            <a:r>
              <a:t>본 보고서의 모든 데이터는 비의료 건강관리서비스 가이드라인을 준수하며, 의료행위를 대체하지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