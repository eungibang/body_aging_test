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7,982건 점검 / 고유 사용자 7,506명)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7,506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7,982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476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22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130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57.7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1029명 (총 1125건)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188명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범어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대구  |  점검인원: 168명 (총 168건)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151명 (총 160건)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충무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충남  |  점검인원: 142명 (총 149건)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1,217건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1,118명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469명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441명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358건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321명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302명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291명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184명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169명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(469명)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홍제: 52명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(441명)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상계(96명)         • 구리(65명)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구의(65명)         • 창동(63명)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수유(42명)         • 성북(31명)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의정부(28명)        • 미지정 지점(24명)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마들(20명)         • 공릉(7명)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(1118명)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1029명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신도림: 114명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양천구: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이수: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여의도: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강서: 15명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(291명)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화정: 140명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김포: 58명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일산: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마두: 23명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파주: 18명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(384명)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안양1번가: 122명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과천: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산본: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평촌: 76명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고잔: 32명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(321명)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90명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(376명)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18명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(328명)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126명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(169명)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송촌: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서대전: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월평: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둔산: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29명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142명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47명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26명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(350명)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첨단: 121명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순천: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여수: 67명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진월: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동광주: 33명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서구: 5명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(184명)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50명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(267명)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범어: 168명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시지: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월배: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침산: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수성: 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방촌: 1명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(525명)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안동(127명)        • 구미(78명)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두호(76명)         • 상주(74명)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경산(46명)         • 대이(45명)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경주(36명)         • 김천(26명)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문경(15명)         • 영주(2명)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(302명)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창원(57명)         • 마산(50명)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내외(47명)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진해(27명)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(151명)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(549명)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양정(83명)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하단(75명)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다대(61명)         • 금정(46명)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온천장(42명)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동래(12명)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(244명)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71명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62명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