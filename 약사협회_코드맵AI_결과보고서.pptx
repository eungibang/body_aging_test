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37744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CODEMAP AI 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약사협회 3Body 7Code 건강 점검 결과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Malgun Gothic"/>
              </a:defRPr>
            </a:pPr>
            <a:r>
              <a:t>AI 기반 신체 . 뇌 . 마음 통합 건강 분석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일자     2026년 6월 28일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인원     204명 (남성 51명 / 여성 153명)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대상 기관     약사협회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방식     코드맵AI 3Body 7Code (LITE 버전)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BTC 3Body Lab  |  CODEMAP AI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점검 개요 및 참여자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총 점검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204명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남성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51명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25.0%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153명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75.0%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평균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52.4세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37160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444752"/>
            <a:ext cx="21579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점검일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6276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2026.06.28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938528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약사협회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2560320"/>
          <a:ext cx="111556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54명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22명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10.8%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48640" y="3840480"/>
            <a:ext cx="11155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코드맵AI 3Body 7Code 점검 시스템은 AI 기반으로 신체(Body), 뇌(Brain), 마음(Mind)의 3가지 영역을 실시간으로 측정하여 개인별 건강 프로파일을 생성하는 통합 건강관리 솔루션입니다.</a:t>
            </a:r>
            <a:br/>
            <a:br/>
            <a:r>
              <a:t>- 신체(Body) 분석: TensorFlow.js 기반 실시간 자세 스캔 + AI 체형 정렬 분석</a:t>
            </a:r>
            <a:br/>
            <a:r>
              <a:t>- 뇌(Brain) 분석: 시각 반응 속도, 패턴 인지, 기억력 테스트 기반 인지 기능 측정</a:t>
            </a:r>
            <a:br/>
            <a:r>
              <a:t>- 마음(Mind) 분석: 설문 + 생체 반응 융합 분석을 통한 정서적 건강 상태 추정</a:t>
            </a:r>
            <a:br/>
            <a:r>
              <a:t>- 7Code 에너지: 7가지 에너지 코드로 전신 웰니스 상태를 코드화</a:t>
            </a:r>
            <a:br/>
            <a:br/>
            <a:r>
              <a:t>본 보고서는 약사협회 소속 204명의 전체 데이터를 Firebase 서버에서 직접 추출하여 분석하고, 전국 3,267명의 평균 데이터와 비교합니다.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3BODY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3Body 통합 건강 점수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(Body)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69.0점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70.5점 (-1.5)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(Brain)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81.7점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77.3점 (+4.4)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(Mind)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56.8점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58.6점 (-1.8)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7432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(Body)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(Brain)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(Mind)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약사협회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81.7점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56.8점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67.3점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80.6점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55.5점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82.1점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57.2점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2743200"/>
          <a:ext cx="5303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약사협회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69.0점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81.7점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56.8점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70.5점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77.3점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58.6점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754880"/>
          <a:ext cx="1115568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연령대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54.5점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57.1점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81.8점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56.0점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85.8점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57.9점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67.2점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87.0점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57.7점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58.7점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81.4점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54.4점</a:t>
                      </a:r>
                    </a:p>
                  </a:txBody>
                  <a:tcPr/>
                </a:tc>
              </a:tr>
              <a:tr h="3268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80대이상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86.2점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56.1점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WELLNESS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건강나이 (웰니스 에이지)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실제 나이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52.4세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나이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algun Gothic"/>
              </a:defRPr>
            </a:pPr>
            <a:r>
              <a:t>54.5세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+2.1세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나이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45.3세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-7.1세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61.0세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+8.6세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나이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51.9세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95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5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71.8점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2468880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점수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45.5세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59.7세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51.1세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70.3점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45.3세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52.2세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72.3점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48640" y="384048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핵심 인사이트:  실제 나이 52.4세 대비, 신체 나이 +2.1세, 뇌 나이 -7.1세, 마음 나이 +8.6세. 마음 나이가 가장 빠르게 노화되고 있어 스트레스 관리와 이완 훈련이 시급합니다.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ENERGY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7Code 에너지 웰니스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C1 기초에너지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C2 감정흐름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C3 추진력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C4 정서안정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C5 소통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C6 집중통찰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C7 삶의방향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약사협회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63.8점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71.6점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62.7점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68.6점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+3.0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최취약 코드 TOP 3 (개인별 최하위 점수 코드로 분류)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추진력 (감정 균형)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62명 (30.4%)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소통 (집중 &amp; 직관)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30명 (14.7%)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Malgun Gothic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기초 에너지 (힐링 라이프)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28명 (13.7%)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155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핵심 인사이트:  약사협회의 30.4%가 코드3(추진력 (감정 균형)) 영역에서 가장 취약합니다. 이는 전국 평균(0%) 대비 높은 수치이며, 해당 영역의 집중 관리가 필요합니다.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POSTURE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신체 자세 정렬 상태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64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자세 측정 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Good (정상)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Fair (주의)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Poor (위험)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표본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2976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약사협회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전국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-4.7%p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-1.9%p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-5.9%p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-2.0%p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-6.7%p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종합 인사이트 및 건강 관리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" cy="100584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마음 나이가 실제보다 8.6세 높습니다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평균 실제 나이 52.4세 대비 마음 나이 +8.6세로, 해당 영역의 노화가 가장 빠릅니다.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3716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코드3(추진력 (감정 균형)) 30.4%가 최취약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204명 중 62명이 해당 영역에서 최하위 점수를 기록했습니다. 전국 평균(0%) 대비 높은 수치입니다.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뇌 나이 양호, 관련 역량 우수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뇌 나이 -7.1세로, 해당 영역의 건강 상태가 양호합니다.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13716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정기 점검 및 조직 건강 프로그램 도입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6개월 간격의 코드맵AI 정기 점검으로 건강 변화를 추적하고, 조직 차원의 이완 훈련, 점심 스트레칭, 뇌 활성화 훈련 도입을 제안합니다.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본 보고서의 모든 데이터는 비의료 건강관리서비스 가이드라인을 준수하며, 의료행위를 대체하지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