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37744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CODEMAP AI 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춘천교육청 3Body 7Code 건강 점검 결과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Malgun Gothic"/>
              </a:defRPr>
            </a:pPr>
            <a:r>
              <a:t>AI 기반 신체 . 뇌 . 마음 통합 건강 분석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일자     2026년 6월 24일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인원     34명 (남성 19명 / 여성 15명)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대상 기관     강원특별자치도 춘천교육청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방식     코드맵AI 3Body 7Code (LITE 버전)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BTC 3Body Lab  |  CODEMAP AI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점검 개요 및 참여자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총 점검 인원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34명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남성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19명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938528"/>
            <a:ext cx="1792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55.9%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15명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38528"/>
            <a:ext cx="1792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44.1%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평균 나이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40.2세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37160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444752"/>
            <a:ext cx="21579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점검일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6276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2026.06.24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938528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춘천교육청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2560320"/>
          <a:ext cx="111556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48640" y="3840480"/>
            <a:ext cx="11155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코드맵AI 3Body 7Code 점검 시스템은 AI 기반으로 신체(Body), 뇌(Brain), 마음(Mind)의 3가지 영역을 실시간으로 측정하여 개인별 건강 프로파일을 생성하는 통합 건강관리 솔루션입니다.</a:t>
            </a:r>
            <a:br/>
            <a:br/>
            <a:r>
              <a:t>- 신체(Body) 분석: TensorFlow.js 기반 실시간 자세 스캔 + AI 체형 정렬 분석</a:t>
            </a:r>
            <a:br/>
            <a:r>
              <a:t>- 뇌(Brain) 분석: 시각 반응 속도, 패턴 인지, 기억력 테스트 기반 인지 기능 측정</a:t>
            </a:r>
            <a:br/>
            <a:r>
              <a:t>- 마음(Mind) 분석: 설문 + 생체 반응 융합 분석을 통한 정서적 건강 상태 추정</a:t>
            </a:r>
            <a:br/>
            <a:r>
              <a:t>- 7Code 에너지: 7가지 에너지 코드로 전신 웰니스 상태를 코드화</a:t>
            </a:r>
            <a:br/>
            <a:br/>
            <a:r>
              <a:t>본 보고서는 춘천교육청 소속 34명의 전체 데이터를 Firebase 서버에서 직접 추출하여 분석하고, 전국 3,267명의 평균 데이터와 비교합니다.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3BODY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3Body 통합 건강 점수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신체 (Body)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69.6점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70.5점 (-0.9)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뇌 (Brain)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78.5점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77.3점 (+1.2)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마음 (Mind)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58.1점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58.6점 (-0.5)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7432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 (Body)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 (Brain)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 (Mind)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춘천 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78.5점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58.1점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57.5점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82.7점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58.9점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2743200"/>
          <a:ext cx="53035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춘천교육청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69.6점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78.5점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58.1점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전국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70.5점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77.3점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58.6점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754880"/>
          <a:ext cx="11155680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383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연령대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75.8점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59.5점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67.5점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77.2점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61.0점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86.7점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53.0점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66.9점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86.7점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56.3점</a:t>
                      </a:r>
                    </a:p>
                  </a:txBody>
                  <a:tcPr/>
                </a:tc>
              </a:tr>
              <a:tr h="3383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65.0점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WELLNESS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건강나이 (웰니스 에이지)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실제 나이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40.2세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신체 나이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algun Gothic"/>
              </a:defRPr>
            </a:pPr>
            <a:r>
              <a:t>44.4세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+4.2세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뇌 나이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39.6세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-0.6세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마음 나이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48.6세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+8.4세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종합 나이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42.5세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956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종합 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956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68.2점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2468880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실제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 점수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38.6세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43.3세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39.4세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45.9세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41.5세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67.2점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42.3세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45.9세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39.8세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52.0세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43.8세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69.5점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48640" y="384048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77639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핵심 인사이트:  실제 나이 40.2세 대비, 신체 나이 +4.2세 높고, 뇌 나이는 0.6세 젊으며, 마음 나이는 8.4세 높습니다. 마음 나이가 가장 빠르게 노화되고 있어, 스트레스 관리와 이완 훈련이 시급합니다.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ENERGY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7Code 에너지 웰니스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C1 기초에너지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C2 감정흐름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C3 추진력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C4 정서안정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C5 소통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C6 집중통찰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C7 삶의방향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춘천교육청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42.4점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75.0점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전국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62.7점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68.6점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+6.4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최취약 코드 TOP 3 (개인별 최하위 점수 코드로 분류)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기초 에너지 (힐링 라이프)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31명 (91.2%)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정서 안정 (활력 충전)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2명 (5.9%)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Malgun Gothic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삶의 방향 (의식 &amp; 영성)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1명 (2.9%)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155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핵심 인사이트:  춘천교육청 공무원의 91.2%가 코드1(기초 에너지 (힐링 라이프)) 영역에서 가장 취약합니다. 이는 전국 평균(0%)의 2배 이상으로, 심신 이완 능력의 현저한 결핍을 보여줍니다. 반면 코드5(소통), 코드6(집중통찰), 코드7(삶의방향)은 전국 대비 +5~7점 높아, 업무 관련 인지 능력과 소통 역량은 우수합니다.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POSTURE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신체 자세 정렬 상태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55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64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자세 측정 지표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Good (정상)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Fair (주의)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Poor (위험)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표본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29768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춘천 Poor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전국 Poor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-17.5%p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-1.9%p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-19.6%p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-2.0%p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-19.5%p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종합 인사이트 및 건강 관리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155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" cy="86868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마음 나이가 실제보다 8.4세 높습니다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평균 실제 나이 40.2세 대비 마음 나이 48.6세로, 정서적 노화가 가장 빠릅니다. 마음 점수 58.1점은 전국 평균과 유사하며, 이완·명상 프로그램 도입이 시급합니다.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1155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3716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코드1(이완 능력) 91.2%가 최취약 - 전국의 2배 이상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34명 중 31명이 이완 능력에서 최하위 점수를 기록했습니다. 자율신경계 과긴장 상태가 만연해 있으며, 호흡법·명상 훈련이 필요합니다.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11155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371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뇌 건강 양호, 인지 역량 우수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뇌 점수 78.5점(전국 대비 +1.2), 뇌 나이 39.6세(실제 대비 -0.6세). 코드5·6·7도 전국 대비 +5~7점으로 업무 관련 인지 역량이 우수합니다.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155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3716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622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신체 나이 +4.2세, 근골격계 관리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신체 나이 44.4세로 실제 대비 4.2세 높습니다. 장시간 좌식 근무로 인한 자세 불량을 개선하기 위한 체형 교정 프로그램을 권장합니다.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11155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13716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681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정기 점검 및 조직 건강 프로그램 도입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6개월 간격의 코드맵AI 정기 점검으로 건강 변화를 추적하고, 조직 차원의 이완 훈련, 점심 스트레칭, 뇌 활성화 훈련 도입을 제안합니다.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본 보고서의 모든 데이터는 비의료 건강관리서비스 가이드라인을 준수하며, 의료행위를 대체하지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