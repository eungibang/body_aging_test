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164592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점검 결과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B82F6"/>
                </a:solidFill>
                <a:latin typeface="Malgun Gothic"/>
              </a:defRPr>
            </a:pPr>
            <a:r>
              <a:t>CODEMAP AI 점검 데이터 정밀 분석</a:t>
            </a:r>
          </a:p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지점별 코드맵 점검 통계 보고서</a:t>
            </a:r>
          </a:p>
          <a:p>
            <a:pPr>
              <a:spcAft>
                <a:spcPts val="2400"/>
              </a:spcAft>
              <a:defRPr sz="2000" b="0">
                <a:solidFill>
                  <a:srgbClr val="FFFFFF"/>
                </a:solidFill>
                <a:latin typeface="Malgun Gothic"/>
              </a:defRPr>
            </a:pPr>
            <a:r>
              <a:t>중복 제외 실제 점검 인원 기준 분석</a:t>
            </a:r>
          </a:p>
          <a:p>
            <a:pPr>
              <a:spcAft>
                <a:spcPts val="600"/>
              </a:spcAft>
              <a:defRPr sz="1300">
                <a:solidFill>
                  <a:srgbClr val="64748B"/>
                </a:solidFill>
                <a:latin typeface="Malgun Gothic"/>
              </a:defRPr>
            </a:pPr>
            <a:r>
              <a:t>분석 대상: 24개 지역 / 139개 지점 (총 7,983건 점검 / 고유 사용자 7,488명)</a:t>
            </a:r>
          </a:p>
          <a:p>
            <a:pPr>
              <a:defRPr sz="1300">
                <a:solidFill>
                  <a:srgbClr val="64748B"/>
                </a:solidFill>
                <a:latin typeface="Malgun Gothic"/>
              </a:defRPr>
            </a:pPr>
            <a:r>
              <a:t>기준 일자: 2026. 06. 23.  |  데이터 소스: BTC 중앙관리서버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OVERALL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전국 코드맵 점검 현황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📊 누적 점검 통계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고유 인원수</a:t>
            </a:r>
          </a:p>
          <a:p>
            <a:pPr>
              <a:spcAft>
                <a:spcPts val="1200"/>
              </a:spcAft>
              <a:defRPr sz="2400" b="1">
                <a:solidFill>
                  <a:srgbClr val="F59E0B"/>
                </a:solidFill>
                <a:latin typeface="Malgun Gothic"/>
              </a:defRPr>
            </a:pPr>
            <a:r>
              <a:t>7,488 명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점검 건수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7,983 건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중복 점검 건수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495 건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중복 점검 비율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6.2%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64592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📍 점검 지점 분포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활성화 지역 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22 개 지역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설치 지점 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156 개 지점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지점 평균 점검수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48.0 명 / 지점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🏆 최다 점검 지점 TOP 5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1위.  둔촌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서울강남1  |  점검인원: 1043명 (총 1144건)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2위.  공덕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서울강북1  |  점검인원: 188명 (총 209건)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3위.  신입경영홍보실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대구  |  점검인원: 151명 (총 151건)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4위.  천천동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경기남부3  |  점검인원: 135명 (총 142건)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5위.  평택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경기남부3  |  점검인원: 127명 (총 136건)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REGIONAL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전국 지역별 코드맵 점검 현황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51206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1371600"/>
                <a:gridCol w="1371600"/>
              </a:tblGrid>
              <a:tr h="372793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지역명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총 점검수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점검 인원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서울강남1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1,217건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1,113명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부산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590건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548명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경북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549건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524명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서울강북1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519건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467명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서울강북2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469건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441명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400건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382명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397건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376명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충남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381건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356명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광주전남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358건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349명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강원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334건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328명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344건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321명</a:t>
                      </a:r>
                    </a:p>
                  </a:txBody>
                  <a:tcPr/>
                </a:tc>
              </a:tr>
              <a:tr h="37280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320건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301명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280160"/>
          <a:ext cx="51206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1371600"/>
                <a:gridCol w="1371600"/>
              </a:tblGrid>
              <a:tr h="372793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지역명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총 점검수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점검 인원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경기북부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311건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287명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268건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267명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서울강남2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274건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253명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제주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278건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246명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전북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191건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182명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인천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182건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176명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174건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170명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울산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171건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151명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단무도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125명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충북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125건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125명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280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서울 및 경기 북부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서울강북1 (467명)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공덕: 188명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광화문: 110명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왕십리: 60명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연신내: 59명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둔촌: 50명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서울강북2 (441명)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상계(93명)         • 구리(76명)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구의(49명)         • 수유(42명)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둔촌(37명)         • 성북(29명)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의정부(28명)        • 미지정 지점(24명)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동광주(23명)        • 마들(20명)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창동(13명)         • 공릉(7명)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서울강남1 (1113명)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둔촌: 1043명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잠실: 42명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상계: 21명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서초: 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창동: 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강남: 1명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서울강남2 (253명)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양천구(76명)        • 신도림(42명)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둔촌(39명)         • 이수(39명)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여의도(28명)        • 강서(25명)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천천동(4명)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경기 남부 및 인천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경기북부 (287명)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화정(79명)         • 김포(53명)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파주(52명)         • 일산(28명)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둔촌(26명)         • 천천동(25명)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마두(24명)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경기남부1 (382명)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안양1번가(103명)     • 과천(80명)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산본(77명)         • 평촌(56명)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고잔(32명)         • 수지(19명)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둔촌(15명)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경기남부2 (321명)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수지: 90명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서현: 89명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미지정 지점: 57명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미금: 53명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야탑: 22명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이천: 10명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경기남부3 (376명)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천천동: 135명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평택: 127명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동탄: 35명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둔촌: 35명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영통: 25명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오산: 19명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인천 (176명)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주안(49명)         • 상동(39명)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논현(34명)         • 부평(25명)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검단(11명)         • 미지정 지점(11명)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송도(7명)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강원, 대전 및 충청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강원 (328명)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강릉: 103명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춘천: 101명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원주: 68명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동해: 31명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둔촌: 17명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신입경영홍보실: 8명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대전 (170명)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송촌(60명)         • 월평(36명)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서대전(31명)        • 둔산(26명)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청년인재팀(7명)       • 둔촌(4명)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여의도(4명)         • 미지정 지점(2명)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충북 (125명)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율량: 73명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가경: 27명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금천: 18명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제천: 7명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충남 (356명)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불당: 125명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세종아름: 112명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충무: 55명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아산: 36명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서산: 28명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호남 및 대구·경북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광주전남 (349명)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첨단(99명)         • 순천(73명)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여수(67명)         • 진월(51명)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동광주(32명)        • 둔촌(22명)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서구(5명)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전북 (182명)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인후: 63명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효자: 35명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정읍: 30명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익산: 24명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군산: 21명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둔촌: 9명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대구 (267명)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신입경영홍보실(151명)   • 월배(31명)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방촌(27명)         • 침산(25명)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시지(16명)         • 둔촌(14명)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수성(3명)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경북 (524명)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구미(118명)        • 안동(76명)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대이(71명)         • 두호(68명)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둔촌(51명)         • 상주(42명)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경주(36명)         • 경산(26명)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김천(18명)         • 문경(15명)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영주(2명)          • 방촌(1명)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부산·울산·경남 및 기타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경남 (301명)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마산(50명)         • 거제(46명)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내외(44명)         • 창원(39명)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명곡(38명)         • 진주(37명)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진해(29명)         • 천천동(10명)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둔촌(8명)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울산 (151명)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북구: 43명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울산: 40명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대송: 39명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중구: 27명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미지정 지점: 2명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부산 (548명)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대연(91명)         • 다대(83명)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양정(83명)         • 사직(70명)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금정(46명)         • 온천장(42명)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하단(37명)         • 양산(31명)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영도(22명)         • 기장(16명)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둔촌(14명)         • 동래(12명)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신입경영홍보실(1명)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제주 (246명)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서귀포: 118명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일도: 64명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노형: 63명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둔촌: 1명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단무도 (125명)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단무도부천(33명)      • 단무도부산(23명)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단무도일산(20명)      • 단무도평촌(17명)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단무도대구(14명)      • 단무도서울(9명)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단무도창원(9명)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